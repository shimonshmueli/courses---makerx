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FCD34D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60A5FA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17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  ·  ShanghaiTech University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</a:t>
            </a:r>
            <a:pPr algn="ctr" indent="0" marL="0">
              <a:buNone/>
            </a:pPr>
            <a:r>
              <a:rPr lang="en-US" sz="8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-X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Robotics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88620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Creativity &amp; Art  ·  School of Information Science &amp; Technology  ·  School of Entrepreneurship and Management  ·  Kedao College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4572000"/>
            <a:ext cx="8714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just 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robot — you conceive the idea, design its personality, build the electronics, and 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it</a:t>
            </a:r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Four weeks. One team. One product you own end-to-end.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 ·  For Students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 ·  课程使命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product, end to end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is an intensive 4-week project course where cross-disciplinary teams build AI-powered robotic companions from scratch — hardware, firmware, personality, and pitch. Instruction is in Chinese &amp; English.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29992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29992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383280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74320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29992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17920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/ TEAM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52560" y="274320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52560" y="29992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No Pass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052560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meets twice a week (Monday + Wednesday), 6 periods per session.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OBJECTIVES  ·  课程目标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building a robot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is about becoming someone who can think, collaborate, and create at the intersection of technology and design.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84448" cy="4069080"/>
          </a:xfrm>
          <a:prstGeom prst="roundRect">
            <a:avLst>
              <a:gd name="adj" fmla="val 1786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386584"/>
            <a:ext cx="457200" cy="45720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963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9900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Cross-Discipline Collaboration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04672" y="3374136"/>
            <a:ext cx="307238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teams spanning engineering, design, and beyond. Learn to communicate across disciplines and ship something greater than the sum of its parts.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4256" y="2148840"/>
            <a:ext cx="3584448" cy="4069080"/>
          </a:xfrm>
          <a:prstGeom prst="roundRect">
            <a:avLst>
              <a:gd name="adj" fmla="val 1786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0288" y="2386584"/>
            <a:ext cx="457200" cy="4572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49631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0288" y="29900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with AI &amp; LLMs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90288" y="3374136"/>
            <a:ext cx="307238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from curious to capable. You'll integrate large language models into real hardware — learning to prompt, tune, and deploy AI as a core part of a product.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19872" y="2148840"/>
            <a:ext cx="3584448" cy="4069080"/>
          </a:xfrm>
          <a:prstGeom prst="roundRect">
            <a:avLst>
              <a:gd name="adj" fmla="val 1786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75904" y="2386584"/>
            <a:ext cx="457200" cy="457200"/>
          </a:xfrm>
          <a:prstGeom prst="ellipse">
            <a:avLst/>
          </a:prstGeom>
          <a:solidFill>
            <a:srgbClr val="FB923C">
              <a:alpha val="20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249631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75904" y="29900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in Practice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75904" y="3374136"/>
            <a:ext cx="307238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Empathy, creativity, rapid prototyping, iteration, and communication — not as theory, but as daily practice. The product is the proof.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JOIN  ·  招生对象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every ShanghaiTech student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157984"/>
            <a:ext cx="457200" cy="45720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677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76148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ShanghaiTech Students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04672" y="3145536"/>
            <a:ext cx="492861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is open to all students across all schools and majors. No prior experience or knowledge in programming, design, robotics, or AI is needed.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09360" y="1920240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5392" y="2157984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677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65392" y="276148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Teams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65392" y="3145536"/>
            <a:ext cx="492861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organize groups where different skills and backgrounds complement each other — so every student can contribute meaningfully and learn most effectively.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 ·  课程使命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one product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746504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1867205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4920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04672" y="2350008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04672" y="2752344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real user and a genuine need. Define the personality and purpose of your robot before touching any hardware.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09360" y="150876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65392" y="1746504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1867205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35640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565392" y="2350008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565392" y="2752344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sound, language, expression — every detail of the robot's soul. Prototype rapidly and iterate without fear.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11480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352544"/>
            <a:ext cx="502920" cy="502920"/>
          </a:xfrm>
          <a:prstGeom prst="ellipse">
            <a:avLst/>
          </a:prstGeom>
          <a:solidFill>
            <a:srgbClr val="FB923C">
              <a:alpha val="20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473245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492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804672" y="4956048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04672" y="5358384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Solder, code, 3D-print, and integrate. Electronics, firmware, enclosure — one complete, working product.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309360" y="411480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65392" y="4352544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093" y="4473245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83564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6565392" y="4956048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It ★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6565392" y="5358384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product to real university guests. A working demo, a poster, a story — your public debut.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SCHEDULE  ·  课程时间线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public pitch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5486400"/>
                <a:gridCol w="23774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 — Conceive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research · Concept selection · Personality brief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brief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 —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Prototyping · Firmware · Form &amp; character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prototype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 — Build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testing · Refinement · 3D-print enclosure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 — Pitch It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day · Poster · Public pitch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+ 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meets twice a week (Monday + Wednesday), with 6 periods per session — enough time to go deep, not enough time to hesitate.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CONCEIVE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person you're building for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touch a single component, you need to understand the person your robot will serve.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basic user research interviews and synthesize findings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target user and a genuine unmet need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personality and purpose of your robot in a one-page concept brief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interaction scenarios and rough form factors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concept for peer critique and iteration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DELIVERABLES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3317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 — one documented user with a real need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Concept Brief — 1 page: user, need, personality, rough form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concept sketches — one per team member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defined — design, firmware, fabrication, pitch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CONCEIVE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&amp; 2 — Kickoff to first firmware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173736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MONDAY  ·  JULY 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4672" y="2103120"/>
            <a:ext cx="49286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&amp; grading (Pass / No Pass)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&amp; IoT fundamentals — meet the ESP32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JunJun Shi — empathy &amp; character design workshop (2 periods)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poster session — every team pitches its concept (3 min)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design intro: form follows function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65392" y="173736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WEDNESDAY  ·  JULY 8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65392" y="2103120"/>
            <a:ext cx="49286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conversational AI fundamentals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ESP-Claw framework overview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first contact: GPIO &amp; breadboard wiring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lab: Hello World — display output &amp; LED blink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concept ideation workshop: persona &amp; target need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B2740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1389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Lecture — JunJun Shi (史珺珺):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“Empathy as the starting point for designing robot personality” — bridging design thinking and character design.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CONCEIVE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Personality Brief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output of Week 1. It answers six questions in one page.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DEFINE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it for?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user +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problem does it solve?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core unmet need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it feel like to interact with?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Personality adjectives (3–5)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it say / how does it speak?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Tone, language, 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it look like?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Sketch or moodboard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it not do?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non-goals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285232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B2740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528523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on one page: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summarize your concept in one page, you don't have a concept yet — you have a wish list.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DESIGN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concept real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concept. Now make it real — at low fidelity first, then higher. Rapid prototyping and fearless iteration.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basic ESP32 circuit with a display or sensor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firmware using the ESP-Claw framework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first message to an LLM via OpenRouter and receive a response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and prototype the robot's physical form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first user test (lo-fi prototype, real feedback)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DELIVERABLES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3317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hardware sketch — ESP32 + display showing first response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demo — robot sends a prompt, displays the reply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sketch / paper prototype of the enclosure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system prompt — documented, tested, iterable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 notes — who you showed it to, what you learned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DESIGN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&amp; 4 — Electronics, LLMs &amp; form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173736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MONDAY  ·  JULY 13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4672" y="2103120"/>
            <a:ext cx="49286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APIs &amp; LLM system architecture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· cloud/LLM integration patterns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lab: wiring sensors, displays &amp; actuators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lab: first OpenRouter response on device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system prompts &amp; personality tuning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65392" y="173736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WEDNESDAY  ·  JULY 15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65392" y="2103120"/>
            <a:ext cx="49286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critique: prototype review &amp; form iteration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development workshop: personality into shape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Espressif engineers — ESP32 ecosystem &amp; ESP-Claw tooling (2 periods)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lab: hardware + firmware + LLM end-to-end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studio: prototype build &amp; iteration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B2740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1389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OpenRouter?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routes to Qwen, DeepSeek, Claude, and others. Swap models with a single parameter change — no re-wiring required.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B923C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BUILD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pieces into a product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intense week: soldering, firmware integration, 3D printing, and relentless user testing.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hardware (sensors, display, motor/speaker) into one system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and assemble a 3D-modeled enclosure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user tests and incorporate feedback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Code, Copilot, or other AI tools to accelerate firmware work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working demo for Week 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DELIVERABLES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3317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robot in enclosure — fully integrated, reliable, powered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 report — 3–4 testers, observations, top changes made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— commented, committed to GitHub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diagram — documented schematic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— 2-minute rehearsed demo of the key interaction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B923C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BUILD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&amp; 6 — Integration &amp; iteration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156362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MONDAY  ·  JULY 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" y="1856232"/>
            <a:ext cx="49286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Fan MinXiao — entrepreneurship &amp; pitching to VCs (2 periods)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integration lab: all components running together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stress-testing: 10-minute continuous run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testing: live sessions with people outside the class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finalize enclosure design &amp; submit print job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65392" y="156362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·  WEDNESDAY  ·  JULY 22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65392" y="1856232"/>
            <a:ext cx="49286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 assembly &amp; fit check · hardware mounting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refinement · cable routing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 debrief: what confused, what delighted people?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iteration: top-3 fixes from user testing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rehearsal: 2-minute run-through ×3, rotate presenters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39319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INTEGRATION ISSUES TO WATCH FOR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24528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crashes on startup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rail can't supply enough 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garbled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address conflict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calls time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and heavy compute conflict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causes resets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 needs separate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PITCH IT ★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public debut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built something real. Now tell its story — a poster, a live demo, and a 5-minute presentation to university guests, instructors, and peers.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10789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a product's value clearly to a non-technical audience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professional academic poster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confident live demo under pressure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4 weeks of work into a coherent narrative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and respond to critical questions gracefully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are due on Demo Day: a live demo, an academic poster, and a pitch presentation 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PITCH IT ★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due on Demo Day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84448" cy="3108960"/>
          </a:xfrm>
          <a:prstGeom prst="roundRect">
            <a:avLst>
              <a:gd name="adj" fmla="val 2059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66544"/>
            <a:ext cx="457200" cy="45720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62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67004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(2 min)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" y="3054096"/>
            <a:ext cx="30723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rehearsed, working demo of your robot's key interaction. Not a video — the robot itself, running live.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34256" y="1828800"/>
            <a:ext cx="3584448" cy="3108960"/>
          </a:xfrm>
          <a:prstGeom prst="roundRect">
            <a:avLst>
              <a:gd name="adj" fmla="val 2059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0288" y="2066544"/>
            <a:ext cx="457200" cy="45720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17627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0288" y="267004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Poster (A1/A0)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90288" y="3054096"/>
            <a:ext cx="30723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artifact that tells the full story of your project — readable without you standing next to it.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19872" y="1828800"/>
            <a:ext cx="3584448" cy="3108960"/>
          </a:xfrm>
          <a:prstGeom prst="roundRect">
            <a:avLst>
              <a:gd name="adj" fmla="val 2059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2066544"/>
            <a:ext cx="457200" cy="45720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217627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5904" y="267004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Presentation (5 min + Q&amp;A)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75904" y="3054096"/>
            <a:ext cx="30723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structured pitch to university guests, followed by real questions from the audience.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B2740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166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Murphy's Law: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will go wrong during the demo. Have a backup power source, know how to reboot quickly, and have a graceful-failure script ready.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PITCH IT ★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pitch, minute by minute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8680" y="2331720"/>
            <a:ext cx="10469880" cy="0"/>
          </a:xfrm>
          <a:prstGeom prst="line">
            <a:avLst/>
          </a:prstGeom>
          <a:noFill/>
          <a:ln w="1905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31036" y="226771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2651760"/>
            <a:ext cx="1746504" cy="1737360"/>
          </a:xfrm>
          <a:prstGeom prst="roundRect">
            <a:avLst>
              <a:gd name="adj" fmla="val 315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278892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" y="329184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 — open with the user's problem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50692" y="226771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0"/>
          <p:cNvSpPr/>
          <p:nvPr/>
        </p:nvSpPr>
        <p:spPr>
          <a:xfrm>
            <a:off x="2441448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41448" y="2651760"/>
            <a:ext cx="1746504" cy="1737360"/>
          </a:xfrm>
          <a:prstGeom prst="roundRect">
            <a:avLst>
              <a:gd name="adj" fmla="val 315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32888" y="278892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32888" y="329184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— introduce the robot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70348" y="226771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5"/>
          <p:cNvSpPr/>
          <p:nvPr/>
        </p:nvSpPr>
        <p:spPr>
          <a:xfrm>
            <a:off x="4261104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01:30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61104" y="2651760"/>
            <a:ext cx="1746504" cy="1737360"/>
          </a:xfrm>
          <a:prstGeom prst="roundRect">
            <a:avLst>
              <a:gd name="adj" fmla="val 315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352544" y="278892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52544" y="329184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— live demonstration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90004" y="226771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0"/>
          <p:cNvSpPr/>
          <p:nvPr/>
        </p:nvSpPr>
        <p:spPr>
          <a:xfrm>
            <a:off x="6080760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03:30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80760" y="2651760"/>
            <a:ext cx="1746504" cy="1737360"/>
          </a:xfrm>
          <a:prstGeom prst="roundRect">
            <a:avLst>
              <a:gd name="adj" fmla="val 315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172200" y="278892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72200" y="329184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 — ESP32, ESP-Claw, LLM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709660" y="226771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5"/>
          <p:cNvSpPr/>
          <p:nvPr/>
        </p:nvSpPr>
        <p:spPr>
          <a:xfrm>
            <a:off x="7900416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04:15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900416" y="2651760"/>
            <a:ext cx="1746504" cy="1737360"/>
          </a:xfrm>
          <a:prstGeom prst="roundRect">
            <a:avLst>
              <a:gd name="adj" fmla="val 315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991856" y="278892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991856" y="329184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 — one insight, one lesson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0529316" y="226771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0"/>
          <p:cNvSpPr/>
          <p:nvPr/>
        </p:nvSpPr>
        <p:spPr>
          <a:xfrm>
            <a:off x="9720072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04:45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720072" y="2651760"/>
            <a:ext cx="1746504" cy="1737360"/>
          </a:xfrm>
          <a:prstGeom prst="roundRect">
            <a:avLst>
              <a:gd name="adj" fmla="val 3158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811512" y="278892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811512" y="329184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 — why it matters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B2740"/>
          </a:solidFill>
          <a:ln/>
        </p:spPr>
      </p:sp>
      <p:sp>
        <p:nvSpPr>
          <p:cNvPr id="38" name="Text 35"/>
          <p:cNvSpPr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is part of the evaluation: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be defensive — say “that's a good question, here's what we found” or “we don't know yet, but our hypothesis is…”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PITCH IT ★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&amp; 8 — Coaching to Demo Day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·  MONDAY  ·  JULY 27  ·  PRESENTATION COACHING &amp; FINAL PREP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Prof. Zhou — presentation coaching: story, structure &amp; slide design, then Q&amp;A prep (2 periods)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review &amp; demo hardening: run-throughs, backup power, reboot plan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pitch rehearsal with instructor feedback (5 min + Q&amp;A)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 ·  WEDNESDAY  ·  JULY 29  ·  ★ DEMO DAY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37124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1–2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3232" y="402336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preparation, last fixes, rehearsal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01568" y="356616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66160" y="37124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3–4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66160" y="402336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tables, displays, power, poster mounting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54496" y="356616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19088" y="37124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 ★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19088" y="402336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session &amp; live robot demos — guests circulate (~45 min)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07424" y="356616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272016" y="37124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6  ★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272016" y="402336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Full-group pitches — each team 5 min + 5 min Q&amp;A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 (DEMO DAY)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robot demo  ·  Printed A1/A0 poster  ·  5-minute pitch  ·  Clean GitHub repo  ·  1-page reflection document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 ·  核心技术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the ESP32 platform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is the brain of your robot: dual-core 240 MHz processor, built-in Wi-Fi and Bluetooth, and enough compute for real-time AI interaction.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Xtensa LX7 @ 240 MHz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KB SRAM + up to 16 MB Flash (module-dependent)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802.11 b/g/n — essential for LLM API calls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I2C, SPI, UART, PWM, ADC interfaces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11680"/>
          <a:ext cx="5257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234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display (SSD1306)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emotion display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display (ST7789)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 display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Microphone (INMP441)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 + amp (MAX98357)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(OV2640)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awareness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SCCB / I2C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/ DC motor + driver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Movement, expression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1663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robot's enclosure is 3D-modeled and printed — the physical form communicates personality before the robot says a word. Recommended tools: TinkerCAD (beginner), Fusion 360 (advanced, free for students).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 ·  核心技术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language models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30428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ESP-Claw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" y="2688336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firmware framework for ESP32 AI robots. Handles Wi-Fi, HTTP calls to LLM APIs, the audio capture/playback pipeline, display rendering, and OTA updates.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6309360" y="146304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5392" y="1700784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105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65392" y="230428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565392" y="2688336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API gateway for LLMs. One API call switches between Qwen, DeepSeek, Claude, and dozens of others — simpler networking, easy model testing, one cost dashboard.</a:t>
            </a:r>
            <a:endParaRPr lang="en-US" sz="1080" dirty="0"/>
          </a:p>
        </p:txBody>
      </p:sp>
      <p:sp>
        <p:nvSpPr>
          <p:cNvPr id="16" name="Text 11"/>
          <p:cNvSpPr/>
          <p:nvPr/>
        </p:nvSpPr>
        <p:spPr>
          <a:xfrm>
            <a:off x="548640" y="3520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WE'LL WORK WITH (VIA OPENROUTER)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9768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7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Chinese + English, 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Bilingual interactions, speed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reasoning, very cost-effective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Logic-heavy, budget-conscious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(Haiku / Sonnet)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instruction-following, nuanced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A1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personality, careful 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isn't permanent — design your firmware so swapping models is a one-line change.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 ·  核心技术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you'll use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746504"/>
            <a:ext cx="457200" cy="45720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5623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3500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" y="2734056"/>
            <a:ext cx="4928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AI coding agent in your terminal. Understands your full codebase and can write, debug, and explain C++ / Arduino / ESP-IDF code. Requires Claude Pro ($20/mo).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09360" y="150876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5392" y="1746504"/>
            <a:ext cx="457200" cy="45720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562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65392" y="23500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565392" y="2734056"/>
            <a:ext cx="4928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In-editor AI code completion and generation inside VS Code. Excellent for boilerplate, API calls, and explaining unfamiliar code. Free via GitHub Education.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4352544"/>
            <a:ext cx="457200" cy="45720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6227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495604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PlatformIO + ESP-IDF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04672" y="5340096"/>
            <a:ext cx="4928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IDE setup for ESP32 firmware. PlatformIO handles board configuration, dependency management, and flashing. Arduino IDE also works to get started.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09360" y="411480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65392" y="4352544"/>
            <a:ext cx="457200" cy="45720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46227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65392" y="495604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565392" y="5340096"/>
            <a:ext cx="4928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3D creation suite for sculpting and modeling robot enclosures, especially for organic forms beyond simple geometric shapes.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  ·  课前准备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set up before Day 1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B2E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536192"/>
            <a:ext cx="438912" cy="438912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1641531"/>
            <a:ext cx="228234" cy="228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49047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965960" y="14721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Copilot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434840" y="147218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account; apply for the GitHub Education Pack with your @shanghaitech.edu.cn email (1–3 day approval) for free Copilot.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548640" y="225856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B2E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2377440"/>
            <a:ext cx="438912" cy="438912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2482779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33172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965960" y="23134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434840" y="23134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at openrouter.ai; generate an API key; add $5–10 of credit — enough for the entire course.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548640" y="309981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B2E"/>
          </a:solidFill>
          <a:ln/>
        </p:spPr>
      </p:sp>
      <p:sp>
        <p:nvSpPr>
          <p:cNvPr id="19" name="Shape 14"/>
          <p:cNvSpPr/>
          <p:nvPr/>
        </p:nvSpPr>
        <p:spPr>
          <a:xfrm>
            <a:off x="713232" y="3218688"/>
            <a:ext cx="438912" cy="438912"/>
          </a:xfrm>
          <a:prstGeom prst="ellipse">
            <a:avLst/>
          </a:prstGeom>
          <a:solidFill>
            <a:srgbClr val="FB923C">
              <a:alpha val="20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3324027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17296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96596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434840" y="31546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free 3D modeling tool used to design your robot's enclosure. No prior experience required.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B2E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4059936"/>
            <a:ext cx="438912" cy="438912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1" y="4165275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401421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965960" y="3995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34840" y="3995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Claude Pro ($20/mo) for Claude Code, Anthropic's agentic terminal coding tool.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548640" y="478231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B2E"/>
          </a:solidFill>
          <a:ln/>
        </p:spPr>
      </p:sp>
      <p:sp>
        <p:nvSpPr>
          <p:cNvPr id="31" name="Shape 24"/>
          <p:cNvSpPr/>
          <p:nvPr/>
        </p:nvSpPr>
        <p:spPr>
          <a:xfrm>
            <a:off x="713232" y="4901184"/>
            <a:ext cx="438912" cy="438912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571" y="5006523"/>
            <a:ext cx="228234" cy="22823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80160" y="485546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1965960" y="483717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PlatformIO + ESP-IDF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434840" y="483717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Code, then the PlatformIO IDE extension — it installs the ESP32 toolchain automatically.</a:t>
            </a:r>
            <a:endParaRPr lang="en-US" sz="1030" dirty="0"/>
          </a:p>
        </p:txBody>
      </p:sp>
      <p:sp>
        <p:nvSpPr>
          <p:cNvPr id="36" name="Text 28"/>
          <p:cNvSpPr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about 30 minutes total — apply for the GitHub Education Pack as early as possible; approval isn't instant.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教师团队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instructors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746504"/>
            <a:ext cx="566928" cy="566928"/>
          </a:xfrm>
          <a:prstGeom prst="ellipse">
            <a:avLst/>
          </a:prstGeom>
          <a:solidFill>
            <a:srgbClr val="60A5FA">
              <a:alpha val="2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1746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7556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Shimon Shmueli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0756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· SCA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" y="246888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educator at the intersection of technology, design, and creativity. Leads the Maker-X course design and program direction.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50876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47104" y="1746504"/>
            <a:ext cx="566928" cy="566928"/>
          </a:xfrm>
          <a:prstGeom prst="ellipse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47104" y="1746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69480" y="17556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Koo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69480" y="20756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· SCA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47104" y="246888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and educator bringing expertise in creative processes, form development, and human-centered design.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86384" y="4352544"/>
            <a:ext cx="566928" cy="566928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梁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08760" y="4361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梁俊睿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508760" y="46817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· SIST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86384" y="507492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bringing technical depth in embedded systems, AI, and hardware integration — the engineering backbone of the course.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09360" y="411480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47104" y="4352544"/>
            <a:ext cx="566928" cy="566928"/>
          </a:xfrm>
          <a:prstGeom prst="ellipse">
            <a:avLst/>
          </a:prstGeom>
          <a:solidFill>
            <a:srgbClr val="34D399">
              <a:alpha val="2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547104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269480" y="4361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Zhou  周晓宇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69480" y="46817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· SEM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547104" y="507492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&amp; Assistant Dean, School of Entrepreneurship and Management. PhD, Peking University. Brings entrepreneurship and pitching strategy.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特邀讲座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lecturers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3200400"/>
          </a:xfrm>
          <a:prstGeom prst="roundRect">
            <a:avLst>
              <a:gd name="adj" fmla="val 20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746504"/>
            <a:ext cx="566928" cy="566928"/>
          </a:xfrm>
          <a:prstGeom prst="ellipse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1746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7556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JunJun Shi  史珺珺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0756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Lecture — Week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" y="2468880"/>
            <a:ext cx="49651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“Empathy as the starting point for designing robot personality” — bridges design thinking and character design. Topics: empathy mapping, character archetypes, robot affect.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508760"/>
            <a:ext cx="5440680" cy="3200400"/>
          </a:xfrm>
          <a:prstGeom prst="roundRect">
            <a:avLst>
              <a:gd name="adj" fmla="val 2000"/>
            </a:avLst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47104" y="1746504"/>
            <a:ext cx="566928" cy="566928"/>
          </a:xfrm>
          <a:prstGeom prst="ellipse">
            <a:avLst/>
          </a:prstGeom>
          <a:solidFill>
            <a:srgbClr val="60A5FA">
              <a:alpha val="2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47104" y="1746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69480" y="17556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Engineers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69480" y="20756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Lecture — Week 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47104" y="2468880"/>
            <a:ext cx="49651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from Espressif Systems, creators of the ESP32, give a deep dive into the hardware platform and the ESP-Claw framework. Topics: ESP32 architecture, Wi-Fi &amp; Bluetooth, AI integration.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B2740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Contact — Shimon Shmueli:  </a:t>
            </a:r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sshmueli@shanghaitech.edu.cn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Summer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FCD34D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389120"/>
            <a:ext cx="4206240" cy="4206240"/>
          </a:xfrm>
          <a:prstGeom prst="ellipse">
            <a:avLst/>
          </a:prstGeom>
          <a:solidFill>
            <a:srgbClr val="34D399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30088" y="1417320"/>
            <a:ext cx="731520" cy="73152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652" y="15928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2316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something real?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0" y="32004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准备好打造真实作品了吗？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886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</a:t>
            </a:r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sshmueli@shanghaitech.edu.cn</a:t>
            </a:r>
            <a:pPr algn="ctr" indent="0" marL="0">
              <a:buNone/>
            </a:pPr>
            <a:r>
              <a:rPr lang="en-US" sz="14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express interest in Summer 2026.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   ·   DESIGN   ·   BUILD   ·   PITCH IT ★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MAKER-X  ·  Course Overview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MAKER-X — Course Overview</dc:title>
  <dc:subject>PptxGenJS Presentation</dc:subject>
  <dc:creator>Maker-X</dc:creator>
  <cp:lastModifiedBy>Maker-X</cp:lastModifiedBy>
  <cp:revision>1</cp:revision>
  <dcterms:created xsi:type="dcterms:W3CDTF">2026-06-29T05:41:02Z</dcterms:created>
  <dcterms:modified xsi:type="dcterms:W3CDTF">2026-06-29T05:41:02Z</dcterms:modified>
</cp:coreProperties>
</file>